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8EB0EC-B6A5-45A6-CFA7-C2F2F5125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6985F1-78C3-EC87-83A0-2D323CD4C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F95968-7DD7-93BC-CDD3-935B46B29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C16131-B2D0-CF61-035E-38CF286C7E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Marvellous Moses</cp:lastModifiedBy>
  <cp:revision>18</cp:revision>
  <dcterms:created xsi:type="dcterms:W3CDTF">2024-06-24T12:27:37Z</dcterms:created>
  <dcterms:modified xsi:type="dcterms:W3CDTF">2025-11-21T08:14:38Z</dcterms:modified>
</cp:coreProperties>
</file>